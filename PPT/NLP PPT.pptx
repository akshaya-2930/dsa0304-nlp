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98" r:id="rId4"/>
    <p:sldId id="306" r:id="rId5"/>
    <p:sldId id="300" r:id="rId6"/>
    <p:sldId id="297" r:id="rId7"/>
    <p:sldId id="258" r:id="rId8"/>
    <p:sldId id="307" r:id="rId9"/>
    <p:sldId id="260" r:id="rId10"/>
    <p:sldId id="308" r:id="rId11"/>
    <p:sldId id="261" r:id="rId12"/>
    <p:sldId id="309" r:id="rId13"/>
    <p:sldId id="262" r:id="rId14"/>
    <p:sldId id="301" r:id="rId15"/>
    <p:sldId id="302" r:id="rId16"/>
    <p:sldId id="303" r:id="rId17"/>
    <p:sldId id="304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384EC6-2166-4AB3-AFCE-A7A65B58C963}" v="30" dt="2026-08-23T20:44:20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saida" userId="b97bd2235427f45f" providerId="LiveId" clId="{E1FD7C70-A37B-490C-8C58-433DC77F68B1}"/>
    <pc:docChg chg="undo custSel addSld delSld modSld sldOrd">
      <pc:chgData name="john saida" userId="b97bd2235427f45f" providerId="LiveId" clId="{E1FD7C70-A37B-490C-8C58-433DC77F68B1}" dt="2026-08-23T20:47:01.977" v="242" actId="14100"/>
      <pc:docMkLst>
        <pc:docMk/>
      </pc:docMkLst>
      <pc:sldChg chg="ord">
        <pc:chgData name="john saida" userId="b97bd2235427f45f" providerId="LiveId" clId="{E1FD7C70-A37B-490C-8C58-433DC77F68B1}" dt="2026-08-23T19:57:51.097" v="90"/>
        <pc:sldMkLst>
          <pc:docMk/>
          <pc:sldMk cId="889638007" sldId="297"/>
        </pc:sldMkLst>
      </pc:sldChg>
      <pc:sldChg chg="delSp modSp add mod">
        <pc:chgData name="john saida" userId="b97bd2235427f45f" providerId="LiveId" clId="{E1FD7C70-A37B-490C-8C58-433DC77F68B1}" dt="2026-08-23T19:51:22.808" v="38" actId="113"/>
        <pc:sldMkLst>
          <pc:docMk/>
          <pc:sldMk cId="2941278115" sldId="298"/>
        </pc:sldMkLst>
        <pc:spChg chg="mod">
          <ac:chgData name="john saida" userId="b97bd2235427f45f" providerId="LiveId" clId="{E1FD7C70-A37B-490C-8C58-433DC77F68B1}" dt="2026-08-23T19:51:22.808" v="38" actId="113"/>
          <ac:spMkLst>
            <pc:docMk/>
            <pc:sldMk cId="2941278115" sldId="298"/>
            <ac:spMk id="2" creationId="{6176AF69-E5CA-6FE7-0416-41A5AD054A50}"/>
          </ac:spMkLst>
        </pc:spChg>
        <pc:spChg chg="mod">
          <ac:chgData name="john saida" userId="b97bd2235427f45f" providerId="LiveId" clId="{E1FD7C70-A37B-490C-8C58-433DC77F68B1}" dt="2026-08-23T19:51:10.704" v="37" actId="27636"/>
          <ac:spMkLst>
            <pc:docMk/>
            <pc:sldMk cId="2941278115" sldId="298"/>
            <ac:spMk id="7" creationId="{CA980049-2F62-4D26-D0B9-7031BBB22830}"/>
          </ac:spMkLst>
        </pc:spChg>
        <pc:picChg chg="del">
          <ac:chgData name="john saida" userId="b97bd2235427f45f" providerId="LiveId" clId="{E1FD7C70-A37B-490C-8C58-433DC77F68B1}" dt="2026-08-23T19:49:54.911" v="4" actId="478"/>
          <ac:picMkLst>
            <pc:docMk/>
            <pc:sldMk cId="2941278115" sldId="298"/>
            <ac:picMk id="9" creationId="{62DC95BA-6F9B-A205-A628-8C32187BF9E8}"/>
          </ac:picMkLst>
        </pc:picChg>
      </pc:sldChg>
      <pc:sldChg chg="addSp delSp modSp new del mod">
        <pc:chgData name="john saida" userId="b97bd2235427f45f" providerId="LiveId" clId="{E1FD7C70-A37B-490C-8C58-433DC77F68B1}" dt="2026-08-23T19:57:12.540" v="81" actId="47"/>
        <pc:sldMkLst>
          <pc:docMk/>
          <pc:sldMk cId="3444684745" sldId="299"/>
        </pc:sldMkLst>
        <pc:spChg chg="del">
          <ac:chgData name="john saida" userId="b97bd2235427f45f" providerId="LiveId" clId="{E1FD7C70-A37B-490C-8C58-433DC77F68B1}" dt="2026-08-23T19:53:09.523" v="41" actId="478"/>
          <ac:spMkLst>
            <pc:docMk/>
            <pc:sldMk cId="3444684745" sldId="299"/>
            <ac:spMk id="2" creationId="{0D410AAE-E798-FF97-243C-EA8997EE98BB}"/>
          </ac:spMkLst>
        </pc:spChg>
        <pc:spChg chg="del">
          <ac:chgData name="john saida" userId="b97bd2235427f45f" providerId="LiveId" clId="{E1FD7C70-A37B-490C-8C58-433DC77F68B1}" dt="2026-08-23T19:53:06.965" v="40" actId="478"/>
          <ac:spMkLst>
            <pc:docMk/>
            <pc:sldMk cId="3444684745" sldId="299"/>
            <ac:spMk id="3" creationId="{93AC8EC4-3A20-E37C-32DC-5FAAB7519FF4}"/>
          </ac:spMkLst>
        </pc:spChg>
        <pc:graphicFrameChg chg="add mod modGraphic">
          <ac:chgData name="john saida" userId="b97bd2235427f45f" providerId="LiveId" clId="{E1FD7C70-A37B-490C-8C58-433DC77F68B1}" dt="2026-08-23T19:56:33.843" v="75" actId="14100"/>
          <ac:graphicFrameMkLst>
            <pc:docMk/>
            <pc:sldMk cId="3444684745" sldId="299"/>
            <ac:graphicFrameMk id="4" creationId="{3FCA962B-71E6-2874-7C67-E9A1A00DE941}"/>
          </ac:graphicFrameMkLst>
        </pc:graphicFrameChg>
      </pc:sldChg>
      <pc:sldChg chg="addSp delSp modSp add mod">
        <pc:chgData name="john saida" userId="b97bd2235427f45f" providerId="LiveId" clId="{E1FD7C70-A37B-490C-8C58-433DC77F68B1}" dt="2026-08-23T19:57:02.721" v="80" actId="14100"/>
        <pc:sldMkLst>
          <pc:docMk/>
          <pc:sldMk cId="3081266558" sldId="300"/>
        </pc:sldMkLst>
        <pc:spChg chg="mod">
          <ac:chgData name="john saida" userId="b97bd2235427f45f" providerId="LiveId" clId="{E1FD7C70-A37B-490C-8C58-433DC77F68B1}" dt="2026-08-23T19:56:09.382" v="69"/>
          <ac:spMkLst>
            <pc:docMk/>
            <pc:sldMk cId="3081266558" sldId="300"/>
            <ac:spMk id="2" creationId="{8D01B3BF-5DB4-D290-3D09-9DFABF772C71}"/>
          </ac:spMkLst>
        </pc:spChg>
        <pc:spChg chg="del">
          <ac:chgData name="john saida" userId="b97bd2235427f45f" providerId="LiveId" clId="{E1FD7C70-A37B-490C-8C58-433DC77F68B1}" dt="2026-08-23T19:56:13.508" v="70" actId="478"/>
          <ac:spMkLst>
            <pc:docMk/>
            <pc:sldMk cId="3081266558" sldId="300"/>
            <ac:spMk id="7" creationId="{BF366660-BBEF-4058-67B7-60F791774107}"/>
          </ac:spMkLst>
        </pc:spChg>
        <pc:spChg chg="add del mod">
          <ac:chgData name="john saida" userId="b97bd2235427f45f" providerId="LiveId" clId="{E1FD7C70-A37B-490C-8C58-433DC77F68B1}" dt="2026-08-23T19:56:15.808" v="71" actId="478"/>
          <ac:spMkLst>
            <pc:docMk/>
            <pc:sldMk cId="3081266558" sldId="300"/>
            <ac:spMk id="8" creationId="{28FF1F89-5E62-EF83-36E4-38A1F6877E04}"/>
          </ac:spMkLst>
        </pc:spChg>
        <pc:graphicFrameChg chg="add mod modGraphic">
          <ac:chgData name="john saida" userId="b97bd2235427f45f" providerId="LiveId" clId="{E1FD7C70-A37B-490C-8C58-433DC77F68B1}" dt="2026-08-23T19:57:02.721" v="80" actId="14100"/>
          <ac:graphicFrameMkLst>
            <pc:docMk/>
            <pc:sldMk cId="3081266558" sldId="300"/>
            <ac:graphicFrameMk id="9" creationId="{53DFA9EB-B266-BCA7-5143-F638EE8D5C66}"/>
          </ac:graphicFrameMkLst>
        </pc:graphicFrameChg>
      </pc:sldChg>
      <pc:sldChg chg="add del">
        <pc:chgData name="john saida" userId="b97bd2235427f45f" providerId="LiveId" clId="{E1FD7C70-A37B-490C-8C58-433DC77F68B1}" dt="2026-08-23T19:56:44.046" v="77"/>
        <pc:sldMkLst>
          <pc:docMk/>
          <pc:sldMk cId="1594837742" sldId="301"/>
        </pc:sldMkLst>
      </pc:sldChg>
      <pc:sldChg chg="addSp delSp modSp add mod ord">
        <pc:chgData name="john saida" userId="b97bd2235427f45f" providerId="LiveId" clId="{E1FD7C70-A37B-490C-8C58-433DC77F68B1}" dt="2026-08-23T20:44:15.724" v="206" actId="1076"/>
        <pc:sldMkLst>
          <pc:docMk/>
          <pc:sldMk cId="2836693181" sldId="301"/>
        </pc:sldMkLst>
        <pc:spChg chg="mod">
          <ac:chgData name="john saida" userId="b97bd2235427f45f" providerId="LiveId" clId="{E1FD7C70-A37B-490C-8C58-433DC77F68B1}" dt="2026-08-23T19:58:20.806" v="95"/>
          <ac:spMkLst>
            <pc:docMk/>
            <pc:sldMk cId="2836693181" sldId="301"/>
            <ac:spMk id="2" creationId="{F6BEEF24-C3F3-ED14-ED61-EA3CCCB3F3B0}"/>
          </ac:spMkLst>
        </pc:spChg>
        <pc:spChg chg="del">
          <ac:chgData name="john saida" userId="b97bd2235427f45f" providerId="LiveId" clId="{E1FD7C70-A37B-490C-8C58-433DC77F68B1}" dt="2026-08-23T19:58:24.392" v="96" actId="478"/>
          <ac:spMkLst>
            <pc:docMk/>
            <pc:sldMk cId="2836693181" sldId="301"/>
            <ac:spMk id="7" creationId="{4D6AFACB-8147-E58D-8DCC-159B719C8C46}"/>
          </ac:spMkLst>
        </pc:spChg>
        <pc:spChg chg="add del mod">
          <ac:chgData name="john saida" userId="b97bd2235427f45f" providerId="LiveId" clId="{E1FD7C70-A37B-490C-8C58-433DC77F68B1}" dt="2026-08-23T19:58:28.867" v="97" actId="478"/>
          <ac:spMkLst>
            <pc:docMk/>
            <pc:sldMk cId="2836693181" sldId="301"/>
            <ac:spMk id="8" creationId="{023F8FC1-85C2-3413-A605-2589439F4B2F}"/>
          </ac:spMkLst>
        </pc:spChg>
        <pc:picChg chg="add del mod">
          <ac:chgData name="john saida" userId="b97bd2235427f45f" providerId="LiveId" clId="{E1FD7C70-A37B-490C-8C58-433DC77F68B1}" dt="2026-08-23T20:29:32.328" v="165" actId="931"/>
          <ac:picMkLst>
            <pc:docMk/>
            <pc:sldMk cId="2836693181" sldId="301"/>
            <ac:picMk id="10" creationId="{283C2497-2F62-B171-F689-107B29465EC3}"/>
          </ac:picMkLst>
        </pc:picChg>
        <pc:picChg chg="add del mod">
          <ac:chgData name="john saida" userId="b97bd2235427f45f" providerId="LiveId" clId="{E1FD7C70-A37B-490C-8C58-433DC77F68B1}" dt="2026-08-23T20:29:32.328" v="165" actId="931"/>
          <ac:picMkLst>
            <pc:docMk/>
            <pc:sldMk cId="2836693181" sldId="301"/>
            <ac:picMk id="12" creationId="{24F90CE4-3BBB-BC31-E9FD-97A713F0141C}"/>
          </ac:picMkLst>
        </pc:picChg>
        <pc:picChg chg="add del mod">
          <ac:chgData name="john saida" userId="b97bd2235427f45f" providerId="LiveId" clId="{E1FD7C70-A37B-490C-8C58-433DC77F68B1}" dt="2026-08-23T20:29:32.328" v="165" actId="931"/>
          <ac:picMkLst>
            <pc:docMk/>
            <pc:sldMk cId="2836693181" sldId="301"/>
            <ac:picMk id="14" creationId="{7A2EFF3F-85D5-BB12-CD37-E1ADDD562C26}"/>
          </ac:picMkLst>
        </pc:picChg>
        <pc:picChg chg="add del mod">
          <ac:chgData name="john saida" userId="b97bd2235427f45f" providerId="LiveId" clId="{E1FD7C70-A37B-490C-8C58-433DC77F68B1}" dt="2026-08-23T20:29:32.328" v="165" actId="931"/>
          <ac:picMkLst>
            <pc:docMk/>
            <pc:sldMk cId="2836693181" sldId="301"/>
            <ac:picMk id="16" creationId="{A396256A-1131-BC67-718D-74F7ED4324BE}"/>
          </ac:picMkLst>
        </pc:picChg>
        <pc:picChg chg="add mod">
          <ac:chgData name="john saida" userId="b97bd2235427f45f" providerId="LiveId" clId="{E1FD7C70-A37B-490C-8C58-433DC77F68B1}" dt="2026-08-23T20:44:10.694" v="204" actId="1076"/>
          <ac:picMkLst>
            <pc:docMk/>
            <pc:sldMk cId="2836693181" sldId="301"/>
            <ac:picMk id="18" creationId="{7B5E8EC5-9BB1-24DD-2B71-BB9C2D0BB217}"/>
          </ac:picMkLst>
        </pc:picChg>
        <pc:picChg chg="add mod">
          <ac:chgData name="john saida" userId="b97bd2235427f45f" providerId="LiveId" clId="{E1FD7C70-A37B-490C-8C58-433DC77F68B1}" dt="2026-08-23T20:44:03.898" v="203" actId="1035"/>
          <ac:picMkLst>
            <pc:docMk/>
            <pc:sldMk cId="2836693181" sldId="301"/>
            <ac:picMk id="20" creationId="{9B7AC932-9528-F11E-8E0F-6221C38F617C}"/>
          </ac:picMkLst>
        </pc:picChg>
        <pc:picChg chg="add mod">
          <ac:chgData name="john saida" userId="b97bd2235427f45f" providerId="LiveId" clId="{E1FD7C70-A37B-490C-8C58-433DC77F68B1}" dt="2026-08-23T20:44:13.943" v="205" actId="1076"/>
          <ac:picMkLst>
            <pc:docMk/>
            <pc:sldMk cId="2836693181" sldId="301"/>
            <ac:picMk id="22" creationId="{F7005478-C8B4-ACE8-4695-20D96740DF7F}"/>
          </ac:picMkLst>
        </pc:picChg>
        <pc:picChg chg="add mod">
          <ac:chgData name="john saida" userId="b97bd2235427f45f" providerId="LiveId" clId="{E1FD7C70-A37B-490C-8C58-433DC77F68B1}" dt="2026-08-23T20:44:15.724" v="206" actId="1076"/>
          <ac:picMkLst>
            <pc:docMk/>
            <pc:sldMk cId="2836693181" sldId="301"/>
            <ac:picMk id="24" creationId="{F343B9F7-35CD-9E17-CEA7-CBB58C0BB475}"/>
          </ac:picMkLst>
        </pc:picChg>
      </pc:sldChg>
      <pc:sldChg chg="addSp modSp add mod">
        <pc:chgData name="john saida" userId="b97bd2235427f45f" providerId="LiveId" clId="{E1FD7C70-A37B-490C-8C58-433DC77F68B1}" dt="2026-08-23T20:17:05.628" v="125" actId="14100"/>
        <pc:sldMkLst>
          <pc:docMk/>
          <pc:sldMk cId="3492323646" sldId="302"/>
        </pc:sldMkLst>
        <pc:spChg chg="mod">
          <ac:chgData name="john saida" userId="b97bd2235427f45f" providerId="LiveId" clId="{E1FD7C70-A37B-490C-8C58-433DC77F68B1}" dt="2026-08-23T20:15:38.401" v="104" actId="2711"/>
          <ac:spMkLst>
            <pc:docMk/>
            <pc:sldMk cId="3492323646" sldId="302"/>
            <ac:spMk id="2" creationId="{727BE18C-4F73-06A9-4699-3FC737E5FB49}"/>
          </ac:spMkLst>
        </pc:spChg>
        <pc:spChg chg="add mod">
          <ac:chgData name="john saida" userId="b97bd2235427f45f" providerId="LiveId" clId="{E1FD7C70-A37B-490C-8C58-433DC77F68B1}" dt="2026-08-23T20:17:05.628" v="125" actId="14100"/>
          <ac:spMkLst>
            <pc:docMk/>
            <pc:sldMk cId="3492323646" sldId="302"/>
            <ac:spMk id="8" creationId="{C77FFE6A-893D-B231-7DB5-22DAB2107486}"/>
          </ac:spMkLst>
        </pc:spChg>
      </pc:sldChg>
      <pc:sldChg chg="addSp modSp add mod">
        <pc:chgData name="john saida" userId="b97bd2235427f45f" providerId="LiveId" clId="{E1FD7C70-A37B-490C-8C58-433DC77F68B1}" dt="2026-08-23T20:17:38.010" v="134" actId="1076"/>
        <pc:sldMkLst>
          <pc:docMk/>
          <pc:sldMk cId="3754936593" sldId="303"/>
        </pc:sldMkLst>
        <pc:spChg chg="mod">
          <ac:chgData name="john saida" userId="b97bd2235427f45f" providerId="LiveId" clId="{E1FD7C70-A37B-490C-8C58-433DC77F68B1}" dt="2026-08-23T20:15:54.641" v="108" actId="113"/>
          <ac:spMkLst>
            <pc:docMk/>
            <pc:sldMk cId="3754936593" sldId="303"/>
            <ac:spMk id="2" creationId="{F30F59A2-4369-B5C8-0ABF-48560C8A0D89}"/>
          </ac:spMkLst>
        </pc:spChg>
        <pc:spChg chg="add mod">
          <ac:chgData name="john saida" userId="b97bd2235427f45f" providerId="LiveId" clId="{E1FD7C70-A37B-490C-8C58-433DC77F68B1}" dt="2026-08-23T20:17:38.010" v="134" actId="1076"/>
          <ac:spMkLst>
            <pc:docMk/>
            <pc:sldMk cId="3754936593" sldId="303"/>
            <ac:spMk id="8" creationId="{A71198C3-15F5-5092-92C2-C3961006BD04}"/>
          </ac:spMkLst>
        </pc:spChg>
      </pc:sldChg>
      <pc:sldChg chg="addSp modSp add mod">
        <pc:chgData name="john saida" userId="b97bd2235427f45f" providerId="LiveId" clId="{E1FD7C70-A37B-490C-8C58-433DC77F68B1}" dt="2026-08-23T20:19:25.625" v="159" actId="114"/>
        <pc:sldMkLst>
          <pc:docMk/>
          <pc:sldMk cId="1801499567" sldId="304"/>
        </pc:sldMkLst>
        <pc:spChg chg="mod">
          <ac:chgData name="john saida" userId="b97bd2235427f45f" providerId="LiveId" clId="{E1FD7C70-A37B-490C-8C58-433DC77F68B1}" dt="2026-08-23T20:16:13.296" v="112" actId="113"/>
          <ac:spMkLst>
            <pc:docMk/>
            <pc:sldMk cId="1801499567" sldId="304"/>
            <ac:spMk id="2" creationId="{52222282-24E3-B7B6-CEBA-31FE820F4A04}"/>
          </ac:spMkLst>
        </pc:spChg>
        <pc:spChg chg="add mod">
          <ac:chgData name="john saida" userId="b97bd2235427f45f" providerId="LiveId" clId="{E1FD7C70-A37B-490C-8C58-433DC77F68B1}" dt="2026-08-23T20:19:25.625" v="159" actId="114"/>
          <ac:spMkLst>
            <pc:docMk/>
            <pc:sldMk cId="1801499567" sldId="304"/>
            <ac:spMk id="8" creationId="{B7D7E7A3-8243-72A2-C003-BA1A87B27725}"/>
          </ac:spMkLst>
        </pc:spChg>
      </pc:sldChg>
      <pc:sldChg chg="addSp delSp modSp add mod">
        <pc:chgData name="john saida" userId="b97bd2235427f45f" providerId="LiveId" clId="{E1FD7C70-A37B-490C-8C58-433DC77F68B1}" dt="2026-08-23T20:47:01.977" v="242" actId="14100"/>
        <pc:sldMkLst>
          <pc:docMk/>
          <pc:sldMk cId="1347741172" sldId="305"/>
        </pc:sldMkLst>
        <pc:picChg chg="add mod">
          <ac:chgData name="john saida" userId="b97bd2235427f45f" providerId="LiveId" clId="{E1FD7C70-A37B-490C-8C58-433DC77F68B1}" dt="2026-08-23T20:46:42.720" v="236" actId="14100"/>
          <ac:picMkLst>
            <pc:docMk/>
            <pc:sldMk cId="1347741172" sldId="305"/>
            <ac:picMk id="8" creationId="{FB51068F-E16E-291C-5224-44228F15C54B}"/>
          </ac:picMkLst>
        </pc:picChg>
        <pc:picChg chg="add mod">
          <ac:chgData name="john saida" userId="b97bd2235427f45f" providerId="LiveId" clId="{E1FD7C70-A37B-490C-8C58-433DC77F68B1}" dt="2026-08-23T20:47:01.977" v="242" actId="14100"/>
          <ac:picMkLst>
            <pc:docMk/>
            <pc:sldMk cId="1347741172" sldId="305"/>
            <ac:picMk id="10" creationId="{91507F5B-5F11-CCDD-880E-FBF7EDC07CCC}"/>
          </ac:picMkLst>
        </pc:picChg>
        <pc:picChg chg="add mod">
          <ac:chgData name="john saida" userId="b97bd2235427f45f" providerId="LiveId" clId="{E1FD7C70-A37B-490C-8C58-433DC77F68B1}" dt="2026-08-23T20:46:58.862" v="241" actId="1076"/>
          <ac:picMkLst>
            <pc:docMk/>
            <pc:sldMk cId="1347741172" sldId="305"/>
            <ac:picMk id="12" creationId="{3260EA2B-6E12-AB4C-4052-732F67D8B8ED}"/>
          </ac:picMkLst>
        </pc:picChg>
        <pc:picChg chg="add mod">
          <ac:chgData name="john saida" userId="b97bd2235427f45f" providerId="LiveId" clId="{E1FD7C70-A37B-490C-8C58-433DC77F68B1}" dt="2026-08-23T20:46:32.777" v="234" actId="14100"/>
          <ac:picMkLst>
            <pc:docMk/>
            <pc:sldMk cId="1347741172" sldId="305"/>
            <ac:picMk id="14" creationId="{CC16CCF6-7073-A1A0-746F-50BD8AA4AFBA}"/>
          </ac:picMkLst>
        </pc:picChg>
        <pc:picChg chg="del mod">
          <ac:chgData name="john saida" userId="b97bd2235427f45f" providerId="LiveId" clId="{E1FD7C70-A37B-490C-8C58-433DC77F68B1}" dt="2026-08-23T20:44:31.895" v="209" actId="478"/>
          <ac:picMkLst>
            <pc:docMk/>
            <pc:sldMk cId="1347741172" sldId="305"/>
            <ac:picMk id="18" creationId="{94042638-17C2-6243-C26F-577E3430791C}"/>
          </ac:picMkLst>
        </pc:picChg>
        <pc:picChg chg="del">
          <ac:chgData name="john saida" userId="b97bd2235427f45f" providerId="LiveId" clId="{E1FD7C70-A37B-490C-8C58-433DC77F68B1}" dt="2026-08-23T20:44:33.665" v="210" actId="478"/>
          <ac:picMkLst>
            <pc:docMk/>
            <pc:sldMk cId="1347741172" sldId="305"/>
            <ac:picMk id="20" creationId="{18550C8B-5060-1822-EACF-3B4170326ABA}"/>
          </ac:picMkLst>
        </pc:picChg>
        <pc:picChg chg="del">
          <ac:chgData name="john saida" userId="b97bd2235427f45f" providerId="LiveId" clId="{E1FD7C70-A37B-490C-8C58-433DC77F68B1}" dt="2026-08-23T20:44:35.267" v="211" actId="478"/>
          <ac:picMkLst>
            <pc:docMk/>
            <pc:sldMk cId="1347741172" sldId="305"/>
            <ac:picMk id="22" creationId="{6DFAC302-1B6B-7860-84ED-0FAC5FE1E41E}"/>
          </ac:picMkLst>
        </pc:picChg>
        <pc:picChg chg="del">
          <ac:chgData name="john saida" userId="b97bd2235427f45f" providerId="LiveId" clId="{E1FD7C70-A37B-490C-8C58-433DC77F68B1}" dt="2026-08-23T20:44:36.774" v="212" actId="478"/>
          <ac:picMkLst>
            <pc:docMk/>
            <pc:sldMk cId="1347741172" sldId="305"/>
            <ac:picMk id="24" creationId="{10F44ECA-772D-8AD8-7E82-8FD23F263C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313F7-B95B-4A6F-B5D2-882F4A1913D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AA95E-9A4A-47E0-ABB4-6AE01DE97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0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47667-E50D-4F48-7B7A-3F9A472A2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28840E-4DB6-A93D-58FA-F26E435C9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CA6D0-1A90-AC6B-22ED-5017CEB1F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AFFC2-957E-EF0E-888C-DBED54198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55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D6C8B-6569-B3FA-B5C3-B936CC6C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AFBE8-14E5-7293-CD0E-C17E2DBE9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DA6C2-7988-1E20-64B0-6181EA092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4CC59-E8F0-70DB-9980-2162ED358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236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E58C-9D83-9C0B-9A3A-C2977E7E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490A7-DF78-38C2-D3EE-199F28AF2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3D4A7-46EC-B9FA-0C77-598E237A9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A208A-E837-5313-2780-DFB66CC97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0A6B-5166-6FB9-0F44-828D5013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4A65C-4F80-7A58-F523-1560BFD83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79D98-9825-78FE-2B61-DB31FE9F5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1745A-FAC5-4796-CAEA-30297E64A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050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4E7D-6759-025B-BDE1-25592697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78133-3A8A-A271-E779-B30B2D5C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1E87E-49C8-0973-5B7E-9ADCBCBFF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1DDC1-4ABC-C6B8-60CA-92E8B2D9B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863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020E-DD87-BFC4-B516-BCC3EE29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8B802-CF3E-7D8B-EAA0-41C8D835F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C6955-B06B-B104-A599-EC9D4AAAA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97D6A-1016-8A21-D1CD-AC6C262EA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BF16A-CD47-4168-A0E5-04F29F5F545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70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919E8-5622-CBD2-FA32-542260F2F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26C4D-5507-EB76-3A46-4B6DC3610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DE1D-05E0-098A-2F57-E59E69A5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782A3-BED9-ED01-F68F-D16CCDD8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73705-A24F-82CC-99C4-AE2B91A1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17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8A36-5708-DA3D-E7CC-952DE244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BBD6D-D931-2C13-EF9D-4228DC064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0671F-23D3-EE73-05FB-7DCC7B4B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C91E8-4C2A-010B-9A01-3991B0FF6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D2FD4-75F4-74C3-F412-E5D15EF7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14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6AA1-7037-47F2-A02F-701505F1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31D7A-8C33-4545-8234-9A1E7399C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ADFD4-401F-0768-8FF1-C31970CC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98D2F-BEBA-439E-3C87-60F2E496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BEBFE-B425-D211-1F3E-F4FD9009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5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D556-05EC-96E2-43D1-B569B5A4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800A-A098-9E12-ABD2-317F86544E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805BD-8AF6-75F8-9550-E7C58A156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FABE9-131D-E986-1687-386122B6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928FB-724A-0341-B0D2-24FACAC3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7A43D-88B0-BEBA-DA42-CD1B695F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556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29FC-57DA-A56D-1D20-AB3491A09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73DF9-B6F5-0C2D-A52E-434F2FF7A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3BE95-D6D8-DD12-537F-FEC63A5A6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E8280-1D54-9166-60D9-B8AEA15DD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A6399-2A30-1007-398A-D8D8F047A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98A82-C172-F8D4-6A87-7A6B3016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62083B-07BD-BD55-0659-1C592661B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0CD7A-F4B6-0661-BDC7-DC1B1A56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7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2E2B2-AD73-39CB-7D56-C61C1453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D3BBD-9DE6-4849-9775-8303CA3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CE29F-63BC-16F7-4EBF-A70875C1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306B3-EB99-3FFB-A3DE-E0D1BF99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20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3E5174-000C-D657-5F2B-779E1F50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A2E8D-4B54-6855-8B14-617DCC49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EDB02-8472-FDE6-3DB4-29302FF0F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80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5467-96BB-5415-87C4-894D7EC7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47527-8041-D6FA-F34D-A82CC103F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68FD3-E433-21F7-F36A-F4400BECC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9FAA5-D44F-354F-3671-4710C208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463AB-3785-147D-12F5-04444612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FF002B-5DA8-FEC1-A450-0A32A078E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33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9710-C73A-BA6C-DE01-40AB4F21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77D16E-B6CF-1DB9-44C3-5398B59E9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40C3A-7AA6-7B44-8B86-0100F42FD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7E8F6-7732-F6F5-0F73-1865D275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8681B-2D7E-92B7-96E8-7CC50580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3AD2A-A5D0-B32E-0C53-17DCA864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90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3BB2-E7EC-8459-869D-8DEE52D3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6B535-03BE-180F-F298-E5A4DB247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130F-5C77-392F-45EE-8325119F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303C9-65F6-6FED-84DB-C446D3A4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B6099-E784-0EF3-E6CA-6871385C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79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B209E-F8E4-F8AC-A541-4DCF59FDC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32DA3-D820-599B-39AC-5EC8E7ECA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B9D10-67B2-CF5E-50A8-E8297CFA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FB69B-E51F-E67D-E1C6-E5583D5F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3F17-6CEA-08C6-39F6-00B85633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21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38202-6654-F5BD-E777-7CD9A26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E16D-601C-4E3E-70A5-AA0069C0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9339B-89C6-C221-ADC4-23882CD5B6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F1B38-8950-4DAD-BA3B-6E86F8CCA983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1B83-C985-9F14-6C7A-FFA8ACAC8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C15DC-7D67-8A71-0CE2-89A92CF30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E82C5-B749-4095-AA42-B84CEF7C20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4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4.nlp4dh-1.44/?utm_source=chatgpt.com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ijsra.net/index.php/content/comprehensive-study-deep-learning-based-telugu-ocr-survey-0?utm_source=chatgp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library.wiley.com/doi/10.1155/2022/1059004?utm_source=chatgpt.com" TargetMode="External"/><Relationship Id="rId5" Type="http://schemas.openxmlformats.org/officeDocument/2006/relationships/hyperlink" Target="https://doi.org/10.1038/s41586-022-04448-z?utm_source=chatgpt.com" TargetMode="External"/><Relationship Id="rId4" Type="http://schemas.openxmlformats.org/officeDocument/2006/relationships/image" Target="../media/image4.jpeg"/><Relationship Id="rId9" Type="http://schemas.openxmlformats.org/officeDocument/2006/relationships/hyperlink" Target="https://academic.oup.com/dsh/article/41/1/69/8342432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/>
          <p:nvPr/>
        </p:nvSpPr>
        <p:spPr>
          <a:xfrm>
            <a:off x="701875" y="490559"/>
            <a:ext cx="10312385" cy="1402642"/>
          </a:xfrm>
          <a:custGeom>
            <a:avLst/>
            <a:gdLst/>
            <a:ahLst/>
            <a:cxnLst/>
            <a:rect l="l" t="t" r="r" b="b"/>
            <a:pathLst>
              <a:path w="10312385" h="1402642">
                <a:moveTo>
                  <a:pt x="0" y="0"/>
                </a:moveTo>
                <a:lnTo>
                  <a:pt x="10312384" y="0"/>
                </a:lnTo>
                <a:lnTo>
                  <a:pt x="10312384" y="1402642"/>
                </a:lnTo>
                <a:lnTo>
                  <a:pt x="0" y="1402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`</a:t>
            </a:r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28092" y="1733525"/>
            <a:ext cx="10625681" cy="1259876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DSA0304-NATURAL LANGUAGE PROCESSING 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26535" y="4896694"/>
            <a:ext cx="59034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Pallavi (192424243)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Ashriktha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Reddy(192424172)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Akshaya (192424336)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Haritha (192425280 )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6539339" y="5007263"/>
            <a:ext cx="1" cy="14590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65091" y="5007263"/>
            <a:ext cx="3225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DEVI 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01875" y="3331752"/>
            <a:ext cx="10466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Translation and Contextual Interpretation of Ancient Telugu Inscriptions Using Large Language Models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0BAD4-679F-B4E3-09DD-BEB60573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962080"/>
            <a:ext cx="12192000" cy="3452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6091" y="2074838"/>
            <a:ext cx="6713552" cy="39383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normAutofit/>
          </a:bodyPr>
          <a:lstStyle/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Telugu inscriptions preserve valuable historical cultural knowledge.</a:t>
            </a:r>
          </a:p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inscriptions reveal social, political, religious historical information.</a:t>
            </a:r>
          </a:p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Damaged inscriptions create difficulties during traditional manual interpretation.</a:t>
            </a:r>
          </a:p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enables efficient processing of historical inscriptions.</a:t>
            </a:r>
          </a:p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improves inscription clarity for text extraction.</a:t>
            </a:r>
          </a:p>
          <a:p>
            <a:pPr algn="just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provide convenient access to historical information.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3737B0-FC1A-094C-1A7B-754548D46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303" y="2288623"/>
            <a:ext cx="4723041" cy="3018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08286-3B1A-8893-DE14-8517E7121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AF69-E5CA-6FE7-0416-41A5AD05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A980049-2F62-4D26-D0B9-7031BBB22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735" y="2104334"/>
            <a:ext cx="10723857" cy="37163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normAutofit lnSpcReduction="10000"/>
          </a:bodyPr>
          <a:lstStyle/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ancient Telugu text into modern Telugu and English using Large Language Models (LLMs).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historical context of inscriptions by identifying important people, places, dates, and events.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Telugu text from damaged, faded, or unclear inscriptions. 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historical and cultural knowledge using NLP techniques such as NER and Information Extraction.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digital archive and interactive dashboard for easy searching, viewing, and preservation of inscription data. </a:t>
            </a:r>
          </a:p>
          <a:p>
            <a:pPr lvl="0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 to ancient Telugu historical information for researchers, students, and the general public.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46D5D-1384-4D79-0C70-94E00FCF63F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9B9CD8-8172-4317-835C-DEA31EC8CD5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AA3F8C-D62F-B148-2182-3FF5E9840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2BDCE88-0897-E7B5-E633-5EF7C670B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78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070FF-E124-9982-635D-B24EEFD38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59415-CFA7-49D7-A1DB-EF03B4D27BCF}"/>
              </a:ext>
            </a:extLst>
          </p:cNvPr>
          <p:cNvSpPr txBox="1"/>
          <p:nvPr/>
        </p:nvSpPr>
        <p:spPr>
          <a:xfrm>
            <a:off x="838200" y="2070061"/>
            <a:ext cx="10274710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Ancient Telugu inscriptions contain valuable historical and cultural information.</a:t>
            </a:r>
          </a:p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inscriptions are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damaged, faded, or unclear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difficult to read.</a:t>
            </a:r>
          </a:p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and interpretation of inscriptions is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requires experts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OCR systems may not work effectively on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ancient or damaged Telugu text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Translating and understanding the historical context of inscriptions is challenging.</a:t>
            </a:r>
          </a:p>
          <a:p>
            <a:pPr marL="0" marR="0" lvl="0" indent="-342900" algn="l">
              <a:lnSpc>
                <a:spcPct val="150000"/>
              </a:lnSpc>
              <a:spcAft>
                <a:spcPts val="300"/>
              </a:spcAft>
              <a:buFont typeface="+mj-lt"/>
              <a:buAutoNum type="arabicPeriod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 using OCR, NLP, and LLMs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needed to extract, translate, interpret, and preserve this information digitally. </a:t>
            </a:r>
          </a:p>
          <a:p>
            <a:pPr>
              <a:lnSpc>
                <a:spcPct val="150000"/>
              </a:lnSpc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55B89F-5615-8499-3581-BCBA6E1DF3E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CEFBF1-52B8-31A4-B0EF-0315CD660F0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58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A169B-A3FB-F9B6-DEBD-1078A437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B3BF-5DB4-D290-3D09-9DFABF77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C3413-CDDC-1154-9DB9-BBB3EF929B1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9D82C-F573-365C-D4EE-EE8F8E5E699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008A10B-A580-095D-8F1F-1636CB92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766AEEF-882D-78D7-0804-832B2396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DFA9EB-B266-BCA7-5143-F638EE8D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45549"/>
              </p:ext>
            </p:extLst>
          </p:nvPr>
        </p:nvGraphicFramePr>
        <p:xfrm>
          <a:off x="857864" y="1467777"/>
          <a:ext cx="10518059" cy="513443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04779">
                  <a:extLst>
                    <a:ext uri="{9D8B030D-6E8A-4147-A177-3AD203B41FA5}">
                      <a16:colId xmlns:a16="http://schemas.microsoft.com/office/drawing/2014/main" val="1386067805"/>
                    </a:ext>
                  </a:extLst>
                </a:gridCol>
                <a:gridCol w="2266101">
                  <a:extLst>
                    <a:ext uri="{9D8B030D-6E8A-4147-A177-3AD203B41FA5}">
                      <a16:colId xmlns:a16="http://schemas.microsoft.com/office/drawing/2014/main" val="4214737"/>
                    </a:ext>
                  </a:extLst>
                </a:gridCol>
                <a:gridCol w="2159208">
                  <a:extLst>
                    <a:ext uri="{9D8B030D-6E8A-4147-A177-3AD203B41FA5}">
                      <a16:colId xmlns:a16="http://schemas.microsoft.com/office/drawing/2014/main" val="4117011921"/>
                    </a:ext>
                  </a:extLst>
                </a:gridCol>
                <a:gridCol w="2501262">
                  <a:extLst>
                    <a:ext uri="{9D8B030D-6E8A-4147-A177-3AD203B41FA5}">
                      <a16:colId xmlns:a16="http://schemas.microsoft.com/office/drawing/2014/main" val="3380566585"/>
                    </a:ext>
                  </a:extLst>
                </a:gridCol>
                <a:gridCol w="2586709">
                  <a:extLst>
                    <a:ext uri="{9D8B030D-6E8A-4147-A177-3AD203B41FA5}">
                      <a16:colId xmlns:a16="http://schemas.microsoft.com/office/drawing/2014/main" val="2771770182"/>
                    </a:ext>
                  </a:extLst>
                </a:gridCol>
              </a:tblGrid>
              <a:tr h="25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 / Study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Technology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Research Gap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634584"/>
                  </a:ext>
                </a:extLst>
              </a:tr>
              <a:tr h="803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Assael et al. – Restoring and Attributing Ancient Texts Using Deep Neural Networks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Ithaca, Deep Neural Networks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Restored damaged ancient Greek inscriptions and predicted their geographical and chronological information.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Ancient Greek; does not address Telugu inscriptions or LLM-based translation. (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tooltip="Restoring and attributing ancient texts using deep neural networks | Nature"/>
                        </a:rPr>
                        <a:t>DOI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546583"/>
                  </a:ext>
                </a:extLst>
              </a:tr>
              <a:tr h="101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Dhanikonda et al. – An Efficient Deep Learning Model for Telugu OCR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segmentation and tagging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efficient deep-learning approach for Telugu OCR and addressed the complexity of Telugu characters.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for Telugu OCR generally, rather than damaged ancient inscriptions and contextual interpretation. (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tooltip="An Efficient Deep Learning Model with Interrelated Tagging Prototype with Segmentation for Telugu Optical Character Recognition - Dhanikonda - 2022 - Scientific Programming - Wiley Online Library"/>
                        </a:rPr>
                        <a:t>Wiley Online Library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922228"/>
                  </a:ext>
                </a:extLst>
              </a:tr>
              <a:tr h="909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Vijaya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Saradhi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– Comprehensive Study of Deep Learning Based Telugu OCR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CNN, OCR, text segmentation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deep-learning techniques for Telugu OCR and highlighted the importance of OCR for digitizing Indian-language historical records.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 work; does not provide an end-to-end system for inscription translation and knowledge extraction. (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tooltip="Comprehensive study of deep learning based Telugu OCR: A survey"/>
                        </a:rPr>
                        <a:t>Ijsra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542504"/>
                  </a:ext>
                </a:extLst>
              </a:tr>
              <a:tr h="1128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Wannaz &amp; Miyagawa – Assessing Large Language Models in Translating Coptic and Ancient Greek Ostraca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LLMs, Machine Translation, NLP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9 LLMs for translating ancient texts and found that some models can assist human experts, while hallucination remains a concern for low-resource languages.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Coptic and Ancient Greek, not Telugu; requires human verification for reliable historical translation. (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tooltip="Assessing Large Language Models in Translating Coptic and Ancient Greek Ostraca - ACL Anthology"/>
                        </a:rPr>
                        <a:t>ACL Anthology</a:t>
                      </a: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447363"/>
                  </a:ext>
                </a:extLst>
              </a:tr>
              <a:tr h="1019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Cullhed – Instruction-Tuning Pretrained Causal Language Models to Restore Ancient Greek Papyri and Inscriptions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Llama 3.1 8B, instruction tuning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fine-tuning LLMs to restore missing characters in ancient inscriptions and papyri.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restoration of Ancient Greek; Telugu inscription translation, entity extraction and digital archiving remain open areas. 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tooltip="Instruction-tuning pretrained causal language models to restore ancient Greek papyri and inscriptions | Digital Scholarship in the Humanities | Oxford Academic"/>
                        </a:rPr>
                        <a:t>OUP Academic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941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26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395D83-420A-CDF2-608F-1752B96098B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8058D2-1B0D-4858-1CB9-CDA8CBC3AF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C94E5D-0759-F53E-99DC-7224A6072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48" y="1331482"/>
            <a:ext cx="10280303" cy="51564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D6F543-E876-1387-4535-A9D7FEF7FBDE}"/>
              </a:ext>
            </a:extLst>
          </p:cNvPr>
          <p:cNvSpPr txBox="1">
            <a:spLocks/>
          </p:cNvSpPr>
          <p:nvPr/>
        </p:nvSpPr>
        <p:spPr>
          <a:xfrm>
            <a:off x="1501628" y="365126"/>
            <a:ext cx="9479561" cy="9283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sz="4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3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2A71-5449-B43F-4767-80DB5FFC0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628" y="365125"/>
            <a:ext cx="947956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Text Extraction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D766D-D556-C53D-581B-0B3C2ECB4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2084198"/>
            <a:ext cx="10515600" cy="213397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ancient Telugu inscription images for digital processing.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inscription images using advanced image preprocessing techniques.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noise and improves visibility of faded characters.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Telugu characters from processed ancient inscription images.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extracts readable text from enhanced inscription images.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3A9FA-C28B-BFDE-0945-4D09DE5AD78F}"/>
              </a:ext>
            </a:extLst>
          </p:cNvPr>
          <p:cNvSpPr/>
          <p:nvPr/>
        </p:nvSpPr>
        <p:spPr>
          <a:xfrm>
            <a:off x="1904360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TECHNIQUES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Conversion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Character Recognition (OCR)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44F7BF-BDA8-D7B5-E86A-139FF8F4305B}"/>
              </a:ext>
            </a:extLst>
          </p:cNvPr>
          <p:cNvSpPr/>
          <p:nvPr/>
        </p:nvSpPr>
        <p:spPr>
          <a:xfrm>
            <a:off x="7045531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USED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EasyOCR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EDBB1C-E527-0078-CBFD-86A3DE940F4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E0EB85-9422-65AC-67E7-30938FC35A9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991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0F7B1A-A51A-88E2-BDBA-365218CB8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482"/>
            <a:ext cx="12192000" cy="5526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2FA6F4-0DC6-5A29-57B9-AE0AD6122584}"/>
              </a:ext>
            </a:extLst>
          </p:cNvPr>
          <p:cNvSpPr txBox="1"/>
          <p:nvPr/>
        </p:nvSpPr>
        <p:spPr>
          <a:xfrm>
            <a:off x="2586205" y="301870"/>
            <a:ext cx="71087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Implementation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D1AF7B-36DA-60C4-518E-A59A1BA2B0D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A8E755-5681-E402-C71A-FACCE69D84D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84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B8EF2-ABAD-E354-71A7-36533A23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2A96-12D0-7E20-4582-E8344E84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628" y="365125"/>
            <a:ext cx="947956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Using 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6EE1-B5A8-7400-4CC1-94B027E8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10" y="1864186"/>
            <a:ext cx="10515600" cy="2353991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ancient Telugu text into modern Telugu and English.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Large Language Models (LLMs) for intelligent translation.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the context and meaning of historical inscriptions.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cultural and historical information during translation.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accurate, fluent, and easy-to-read translated text.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translated output for contextual interpretation and knowledge extraction.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4FB12-5370-C670-09E6-D9A0C3D0860B}"/>
              </a:ext>
            </a:extLst>
          </p:cNvPr>
          <p:cNvSpPr/>
          <p:nvPr/>
        </p:nvSpPr>
        <p:spPr>
          <a:xfrm>
            <a:off x="1904360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Unicode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Error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D207D-62AE-F779-4E0F-110FA7C8F62E}"/>
              </a:ext>
            </a:extLst>
          </p:cNvPr>
          <p:cNvSpPr/>
          <p:nvPr/>
        </p:nvSpPr>
        <p:spPr>
          <a:xfrm>
            <a:off x="7045531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USED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(LLM)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208FE1-DF9E-A7E9-BF2B-0F1F29B515D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1DEE9D-4C52-8252-E186-B9203DF38B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962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83FFC-B6F3-C4CB-93B1-BE840969185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17E4C-C7B7-9CCE-C871-516E21AA4A9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0A1141-027F-7C83-204A-4BF3067128BE}"/>
              </a:ext>
            </a:extLst>
          </p:cNvPr>
          <p:cNvSpPr txBox="1"/>
          <p:nvPr/>
        </p:nvSpPr>
        <p:spPr>
          <a:xfrm>
            <a:off x="2340077" y="191626"/>
            <a:ext cx="67547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Implementation</a:t>
            </a:r>
            <a:endParaRPr lang="en-IN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1AD9D-9476-E6CB-87FD-C846015947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497" y="1559194"/>
            <a:ext cx="9144000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47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FBF5-10EF-077A-061F-E8470C40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6805-220C-DBCF-767A-2D5A81C7D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550" y="276535"/>
            <a:ext cx="998289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Interpretation and Knowledge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05424-F635-0446-12DE-6BDC59AD8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88" y="1902319"/>
            <a:ext cx="10515600" cy="2133979"/>
          </a:xfrm>
        </p:spPr>
        <p:txBody>
          <a:bodyPr>
            <a:noAutofit/>
          </a:bodyPr>
          <a:lstStyle/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translated text to understand its historical context.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entities such as kings, places, temples, and dates.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valuable historical, cultural, and religious information.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relationships between people, locations, and events.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meaningful summary of the inscription's content.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structured knowledge for storage and further analysis.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B2CFC-6909-6EE7-7879-4D23BC4B7928}"/>
              </a:ext>
            </a:extLst>
          </p:cNvPr>
          <p:cNvSpPr/>
          <p:nvPr/>
        </p:nvSpPr>
        <p:spPr>
          <a:xfrm>
            <a:off x="1904360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(NER)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(IE)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2ADE0-2615-9C86-3E32-AB864DA9EF3F}"/>
              </a:ext>
            </a:extLst>
          </p:cNvPr>
          <p:cNvSpPr/>
          <p:nvPr/>
        </p:nvSpPr>
        <p:spPr>
          <a:xfrm>
            <a:off x="7045531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USED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(LLM)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C2D044-BE65-FA50-5AED-DEA660F475D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C081D0-51AF-B98B-9BF7-AE59BD4B88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670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BC987F-19B9-FB81-BC25-56DCFD82EC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185F69-1C2B-E41F-7646-9B0A2E8150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87DB67-78D8-DECE-6D94-78485C04B0A4}"/>
              </a:ext>
            </a:extLst>
          </p:cNvPr>
          <p:cNvSpPr txBox="1"/>
          <p:nvPr/>
        </p:nvSpPr>
        <p:spPr>
          <a:xfrm>
            <a:off x="2300749" y="273613"/>
            <a:ext cx="6872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Implementation</a:t>
            </a:r>
            <a:endParaRPr lang="en-IN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5AED5E-7F1F-4437-015C-0564FE250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482"/>
            <a:ext cx="12192000" cy="54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19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84C99-06D1-245E-7EB1-8DDFBF0E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B675-2ADD-C1D2-83F7-BDC6647A5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628" y="365125"/>
            <a:ext cx="9479561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Archive and 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B93A-8120-FACC-38EA-406912DD8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1843334"/>
            <a:ext cx="10515600" cy="2133979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translated inscriptions in a secure digital archive.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dashboard to view and manage inscription data.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searching by dynasty, place, king, or historical period.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original images alongside translated and interpreted text.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historical insights using charts and graphs.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download reports and explore inscription records easily.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4F14B-0B80-938B-40CD-44C7FCA4FDA1}"/>
              </a:ext>
            </a:extLst>
          </p:cNvPr>
          <p:cNvSpPr/>
          <p:nvPr/>
        </p:nvSpPr>
        <p:spPr>
          <a:xfrm>
            <a:off x="1904360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(IR)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Indexing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Generation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Answering (Chatbot)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3E33B2-9F4D-8203-99F4-A8B31AF89B0F}"/>
              </a:ext>
            </a:extLst>
          </p:cNvPr>
          <p:cNvSpPr/>
          <p:nvPr/>
        </p:nvSpPr>
        <p:spPr>
          <a:xfrm>
            <a:off x="7045531" y="4336519"/>
            <a:ext cx="3935658" cy="2221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USED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5D1CA0-5392-16D0-C968-429C217213F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3E01825-FD79-7ED9-0C51-1553D241AB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2781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87BA-FF22-B0FD-A828-3B1096EA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EF24-C3F3-ED14-ED61-EA3CCCB3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191626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Implementation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14E902-949C-8B11-B913-6B19357B7FA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DC042F-A2A8-10FF-DE41-AEADD80C078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678B66B-EB73-331F-0922-61DC4F223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2D269B-42BE-119E-262F-11AC7D982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538EAC-071A-E525-6C27-7C2E03A980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255" y="1664151"/>
            <a:ext cx="6984339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93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9A57-4932-9FF0-251D-96A8CBF6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BE18C-4F73-06A9-4699-3FC737E5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1FEFA-7C61-337B-A3A1-188FE968DAD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63123D-CDDE-5568-8ED8-E08561D441A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A4D4A8E-F1AF-2ADD-F0E8-B36B50115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439BB65-E67B-8DCA-FFC1-EA9E08E5B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FFE6A-893D-B231-7DB5-22DAB2107486}"/>
              </a:ext>
            </a:extLst>
          </p:cNvPr>
          <p:cNvSpPr txBox="1"/>
          <p:nvPr/>
        </p:nvSpPr>
        <p:spPr>
          <a:xfrm>
            <a:off x="934916" y="1997839"/>
            <a:ext cx="10077213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Telugu inscription images can be enhanced using image preprocessing techniques.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helps extract Telugu text from inscription images.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text can be converted into modern Telugu and English using an LLM.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can identify kings, places, temples, dates, and historical events.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generate summaries and structured historical information.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archive can make inscriptions easier to search, preserve, and access.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ancient-text research has already shown strong potential for restoration and contextual interpretation in other ancient languages. </a:t>
            </a:r>
          </a:p>
        </p:txBody>
      </p:sp>
    </p:spTree>
    <p:extLst>
      <p:ext uri="{BB962C8B-B14F-4D97-AF65-F5344CB8AC3E}">
        <p14:creationId xmlns:p14="http://schemas.microsoft.com/office/powerpoint/2010/main" val="3492323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A6A0-C3E0-29D2-EC13-D55D405B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59A2-4369-B5C8-0ABF-48560C8A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FE78-5257-A850-0553-0E31BD073C4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D8C1CE-D864-2C7C-41DE-1F88BD3E5BB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D0BAA22-2D25-A8A2-7EE8-45FE0D2F0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18EA3F-E3A0-0C42-868D-74E389E5A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198C3-15F5-5092-92C2-C3961006BD04}"/>
              </a:ext>
            </a:extLst>
          </p:cNvPr>
          <p:cNvSpPr txBox="1"/>
          <p:nvPr/>
        </p:nvSpPr>
        <p:spPr>
          <a:xfrm>
            <a:off x="956349" y="1922316"/>
            <a:ext cx="101862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Computer Vision, OCR, NLP, and LLMs for studying ancient Telugu inscriptions.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transform difficult-to-read inscription images into readable and meaningful information.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translation can improve access to historical content in modern Telugu and English.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interpretation helps researchers understand the historical and cultural significance of inscriptions.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archive provides a convenient way to preserve and retrieve ancient knowledge.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improved with larger Telugu inscription datasets, specialized Telugu models, and expert validation.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AI can support the preservation and interpretation of Telugu cultural heritage.</a:t>
            </a:r>
          </a:p>
        </p:txBody>
      </p:sp>
    </p:spTree>
    <p:extLst>
      <p:ext uri="{BB962C8B-B14F-4D97-AF65-F5344CB8AC3E}">
        <p14:creationId xmlns:p14="http://schemas.microsoft.com/office/powerpoint/2010/main" val="3754936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4D76-1BAA-2419-9D09-CD5554734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2282-24E3-B7B6-CEBA-31FE820F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199" y="255791"/>
            <a:ext cx="11018520" cy="1011526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AFADA-7AEB-25F6-CE4E-3A949AE06C9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091" y="191626"/>
            <a:ext cx="1037650" cy="113985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A3F91-134A-C21F-C778-81D435F7973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391" y="191627"/>
            <a:ext cx="1206953" cy="9283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9912C30-7032-569F-0E20-04B5E3195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557" y="456252"/>
            <a:ext cx="6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D0D0D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C4EFF3-731B-C447-B789-D8F18D10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6221"/>
            <a:ext cx="18473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D7E7A3-8243-72A2-C003-BA1A87B27725}"/>
              </a:ext>
            </a:extLst>
          </p:cNvPr>
          <p:cNvSpPr txBox="1"/>
          <p:nvPr/>
        </p:nvSpPr>
        <p:spPr>
          <a:xfrm>
            <a:off x="710542" y="1531943"/>
            <a:ext cx="106778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Assael, Y.,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Sommerschield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Shillingford, B., et al. (2022). “Restoring and Attributing Ancient Texts Using Deep Neural Networks.” Nature, 603, 280–283.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Dhanikonda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R., Ponnuru, S.,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Ramanaiah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L., et al. (2022). “An Efficient Deep Learning Model with Interrelated Tagging Prototype with Segmentation for Telugu Optical Character Recognition.” Scientific Programming.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Sonthi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K., Nagarajan,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Krishnaraj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(2022). “Deep Learning Based Residual Network Features for Telugu Printed Character Recognition.” Intelligent Automation &amp; Soft Computing, 34(3), 1725–1736.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Suresh, G., Prasad, C. R., &amp; Kollem, S. (2022). “Telugu Optical Character Recognition Using Deep Learning.” 3rd International Conference for Emerging Technology (INCET).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Nair, B., Raj, K. V.,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Mangalath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Pai, V.,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Sreejil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V. (2023). “Ancient Epic Manuscript Binarization and Classification Using False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VGG-16 Model.” Procedia Computer Science, 218, 631–643.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Priya, R., Karthikeyan, S., Indra, J., et al. (2023). “Self-Adaptive Hybridized Lion Optimization Algorithm With Transfer Learning for Ancient Tamil Character Recognition in Stone Inscriptions.” IEEE Access. </a:t>
            </a:r>
          </a:p>
        </p:txBody>
      </p:sp>
    </p:spTree>
    <p:extLst>
      <p:ext uri="{BB962C8B-B14F-4D97-AF65-F5344CB8AC3E}">
        <p14:creationId xmlns:p14="http://schemas.microsoft.com/office/powerpoint/2010/main" val="1801499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1793-3D06-59BD-D7E4-1E1D11FC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79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0122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1458</Words>
  <Application>Microsoft Office PowerPoint</Application>
  <PresentationFormat>Widescreen</PresentationFormat>
  <Paragraphs>178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DSA0304-NATURAL LANGUAGE PROCESSING </vt:lpstr>
      <vt:lpstr>INTRODUCTION</vt:lpstr>
      <vt:lpstr>OBJECTIVES</vt:lpstr>
      <vt:lpstr>               PROBLEM STATEMENT</vt:lpstr>
      <vt:lpstr>LITERATURE REVIEW</vt:lpstr>
      <vt:lpstr>PowerPoint Presentation</vt:lpstr>
      <vt:lpstr>MODULE 1: Image Processing and Text Extraction</vt:lpstr>
      <vt:lpstr>PowerPoint Presentation</vt:lpstr>
      <vt:lpstr>MODULE 2:Translation Using Large Language Models (LLMs)</vt:lpstr>
      <vt:lpstr>PowerPoint Presentation</vt:lpstr>
      <vt:lpstr>MODULE 3:Contextual Interpretation and Knowledge Extraction</vt:lpstr>
      <vt:lpstr>PowerPoint Presentation</vt:lpstr>
      <vt:lpstr>MODULE 4:Digital Archive and Interactive Dashboard</vt:lpstr>
      <vt:lpstr>MODULE 4: Implementation</vt:lpstr>
      <vt:lpstr>RESULTS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DSA0304-NATURAL LANGUAGE PROCESSING</dc:title>
  <dc:creator>Pallavi Burra</dc:creator>
  <cp:lastModifiedBy>chereddyharitha955@gmail.com</cp:lastModifiedBy>
  <cp:revision>4</cp:revision>
  <dcterms:created xsi:type="dcterms:W3CDTF">2026-07-24T08:34:16Z</dcterms:created>
  <dcterms:modified xsi:type="dcterms:W3CDTF">2026-09-02T02:54:30Z</dcterms:modified>
</cp:coreProperties>
</file>